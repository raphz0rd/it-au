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31"/>
    <p:restoredTop sz="94649"/>
  </p:normalViewPr>
  <p:slideViewPr>
    <p:cSldViewPr snapToGrid="0" snapToObjects="1">
      <p:cViewPr varScale="1">
        <p:scale>
          <a:sx n="76" d="100"/>
          <a:sy n="76" d="100"/>
        </p:scale>
        <p:origin x="21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8BF95-05D1-F34C-8DAF-DDA1C4544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9F80A5-FEA4-9140-97A4-B40390F4A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E06E7A-F0AB-5F46-BD76-134710CF3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AC80-5629-4B4C-9926-B5DD8743CD69}" type="datetimeFigureOut">
              <a:rPr lang="pt-BR" smtClean="0"/>
              <a:t>16/03/2021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DAA856-D983-084A-9C29-2B17FEB7C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27E9A0-BBB6-2C4E-823C-CEE74333F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3BE2-8783-0442-9EFA-678C0B4115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028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2E24C-08C0-2F4E-957B-E1A2EA169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C221B0-A89E-9C4A-8AB3-24A26B982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E7C981-8663-334C-899E-58C7E3F53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AC80-5629-4B4C-9926-B5DD8743CD69}" type="datetimeFigureOut">
              <a:rPr lang="pt-BR" smtClean="0"/>
              <a:t>16/03/2021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1DA7A-A7E4-0F4B-8A3C-249F22354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CFEB56-0128-BD4D-9278-D0EBC4724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3BE2-8783-0442-9EFA-678C0B4115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915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F3CBEE-B578-C54A-B1CC-839A24CFD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F581F8-1CCE-F540-83E1-BBF2C171A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B4C66F-1ED9-5744-BE37-99EA48CAB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AC80-5629-4B4C-9926-B5DD8743CD69}" type="datetimeFigureOut">
              <a:rPr lang="pt-BR" smtClean="0"/>
              <a:t>16/03/2021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2C5675-F433-534A-954C-F1D0D25A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9B6B18-0513-0646-AB45-47157595E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3BE2-8783-0442-9EFA-678C0B4115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885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816B8-617F-7743-97BE-BDF074FFA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8F0C97-7A19-BF4B-9294-551CF2DB9E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AF664D2-E89A-6B4E-9A8C-36D3A6AB0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56D7EC-34A1-B649-8859-BC011139C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AC80-5629-4B4C-9926-B5DD8743CD69}" type="datetimeFigureOut">
              <a:rPr lang="pt-BR" smtClean="0"/>
              <a:t>16/03/2021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94C3BB-6935-B240-9187-04815ED6F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8B5478-4F5F-1540-82B2-03D0108ED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3BE2-8783-0442-9EFA-678C0B4115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280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D1B5E1-F0D4-044C-84D4-F9D6D3B6C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F1B563-BE7F-294B-97B6-FF9896FE0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DABF48C-BEF6-B442-806F-0D3A9F7CF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4801109-C0EF-4A4C-997D-5E81E2E67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F269AB-5230-A44E-AF2B-BD51C4B93F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5D5171B-4AEC-3949-A4E3-422CEEBC5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AC80-5629-4B4C-9926-B5DD8743CD69}" type="datetimeFigureOut">
              <a:rPr lang="pt-BR" smtClean="0"/>
              <a:t>16/03/2021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F742C54-C473-994D-B673-600F8D191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BA6741D-C0EB-F041-89D9-F748644B1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3BE2-8783-0442-9EFA-678C0B4115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144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07A4E-A7EC-7646-9FB1-3E432B2B7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AB96524-539A-6E43-BE96-02290C97C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AC80-5629-4B4C-9926-B5DD8743CD69}" type="datetimeFigureOut">
              <a:rPr lang="pt-BR" smtClean="0"/>
              <a:t>16/03/2021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F531005-3909-A443-90DB-878E199CD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FF8488-BF35-1E4E-84C3-6178CFB6E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3BE2-8783-0442-9EFA-678C0B4115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5596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589CE2-868F-2E41-A6C8-619CD0F6D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AC80-5629-4B4C-9926-B5DD8743CD69}" type="datetimeFigureOut">
              <a:rPr lang="pt-BR" smtClean="0"/>
              <a:t>16/03/2021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FAA33BD-31E9-7240-9795-D5CAFEC92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903C83-ED6B-0540-9F69-588C094C9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3BE2-8783-0442-9EFA-678C0B4115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782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2C96A-1E92-E74F-BC97-5EE6AFBF5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E4C92D-F809-F94F-9860-1DCAAFD9B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F426EA1-6ACC-7C4C-9BD3-23C9A8F31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F9AFDE-A552-3648-A886-B80A5B4A0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AC80-5629-4B4C-9926-B5DD8743CD69}" type="datetimeFigureOut">
              <a:rPr lang="pt-BR" smtClean="0"/>
              <a:t>16/03/2021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ECDCB5B-372C-4C41-92FF-C12E29B20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8DF537-550B-8346-A766-EA8C8ABFB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3BE2-8783-0442-9EFA-678C0B4115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0157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E80A9-51FE-7744-B5B5-8C4399716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2429F12-AFEF-1544-8C67-FB2B2B7ACC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E4D8FF-DAE4-434C-A171-C773ECC9D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69B25C-5823-1649-99E5-333F8C13F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AC80-5629-4B4C-9926-B5DD8743CD69}" type="datetimeFigureOut">
              <a:rPr lang="pt-BR" smtClean="0"/>
              <a:t>16/03/2021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504507-97E1-F747-9205-91B8417BA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5B272E-F88D-4545-9F5B-C7C8B44A6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3BE2-8783-0442-9EFA-678C0B4115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0415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AB2197-3A38-8545-9A91-678EFF28A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3CD8DB0-7ED5-8F47-B651-11B3BB5C2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821323-8B92-2949-8E25-FFE1D8532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AC80-5629-4B4C-9926-B5DD8743CD69}" type="datetimeFigureOut">
              <a:rPr lang="pt-BR" smtClean="0"/>
              <a:t>16/03/2021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AC9D39-2D66-6241-8AEF-148C4441F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485CCF-E404-454F-BCF7-5CD631B9D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3BE2-8783-0442-9EFA-678C0B4115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40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0A0711-36C8-514D-A377-238A0877AE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BDAA60-AD93-AD4B-A8FC-0A601F89D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7E7852-8458-3845-A867-0D910CD20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AC80-5629-4B4C-9926-B5DD8743CD69}" type="datetimeFigureOut">
              <a:rPr lang="pt-BR" smtClean="0"/>
              <a:t>16/03/2021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FC41F0-B25B-0141-A879-86011C8C5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922514-34EB-6143-9D62-3F8D9FEB3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3BE2-8783-0442-9EFA-678C0B4115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8605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05F1ECA-4DFD-3347-AD26-6FC34DDE1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A8DFF2-A6A1-8B4C-B867-50E76441C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56ADB8-FA54-2342-87BE-04103DC795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E2AC80-5629-4B4C-9926-B5DD8743CD69}" type="datetimeFigureOut">
              <a:rPr lang="pt-BR" smtClean="0"/>
              <a:t>16/03/2021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3FD7AA-343D-7A41-B096-6D31C8D555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5EF286-4132-F243-80A2-7B2A8E7A88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33BE2-8783-0442-9EFA-678C0B41159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1633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Interface gráfica do usuário, Site&#10;&#10;Descrição gerada automaticamente">
            <a:extLst>
              <a:ext uri="{FF2B5EF4-FFF2-40B4-BE49-F238E27FC236}">
                <a16:creationId xmlns:a16="http://schemas.microsoft.com/office/drawing/2014/main" id="{26803B53-9FFC-774F-B122-E482F5D5D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550" y="622300"/>
            <a:ext cx="9740900" cy="561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683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iagrama&#10;&#10;Descrição gerada automaticamente com confiança baixa">
            <a:extLst>
              <a:ext uri="{FF2B5EF4-FFF2-40B4-BE49-F238E27FC236}">
                <a16:creationId xmlns:a16="http://schemas.microsoft.com/office/drawing/2014/main" id="{520B6D24-B0DE-DB42-A88F-734C5773A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941" y="500616"/>
            <a:ext cx="6098117" cy="585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098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omputador com jogo&#10;&#10;Descrição gerada automaticamente">
            <a:extLst>
              <a:ext uri="{FF2B5EF4-FFF2-40B4-BE49-F238E27FC236}">
                <a16:creationId xmlns:a16="http://schemas.microsoft.com/office/drawing/2014/main" id="{BA5094E4-3B23-534F-B188-268083B5B5C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24644" y="545298"/>
            <a:ext cx="9942712" cy="576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020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Descrição gerada automaticamente">
            <a:extLst>
              <a:ext uri="{FF2B5EF4-FFF2-40B4-BE49-F238E27FC236}">
                <a16:creationId xmlns:a16="http://schemas.microsoft.com/office/drawing/2014/main" id="{4B911188-7A4C-0E48-BCAD-A1A9C387FC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43586" y="650127"/>
            <a:ext cx="9904827" cy="522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99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elular&#10;&#10;Descrição gerada automaticamente">
            <a:extLst>
              <a:ext uri="{FF2B5EF4-FFF2-40B4-BE49-F238E27FC236}">
                <a16:creationId xmlns:a16="http://schemas.microsoft.com/office/drawing/2014/main" id="{534C0A9E-7EA5-764D-BAF1-D6BBB0A751B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35981" y="603991"/>
            <a:ext cx="9920038" cy="565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58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4429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69E20C3-EB63-2345-BED1-684089827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78076"/>
            <a:ext cx="10938933" cy="250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9764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Raphael Farias De Andrade</dc:creator>
  <cp:lastModifiedBy>Raphael Farias De Andrade</cp:lastModifiedBy>
  <cp:revision>3</cp:revision>
  <dcterms:created xsi:type="dcterms:W3CDTF">2021-03-16T11:46:04Z</dcterms:created>
  <dcterms:modified xsi:type="dcterms:W3CDTF">2021-03-16T12:20:25Z</dcterms:modified>
</cp:coreProperties>
</file>